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68" y="-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21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38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271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38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1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40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93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5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4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3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2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097FF-2075-4808-8AC1-F68FA6AAC8A6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4A284-1C92-4217-A7B3-E9B959A419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9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52401"/>
            <a:ext cx="6477000" cy="6942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About Me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1066800"/>
            <a:ext cx="6400800" cy="4572000"/>
          </a:xfrm>
        </p:spPr>
        <p:txBody>
          <a:bodyPr>
            <a:normAutofit fontScale="40000" lnSpcReduction="20000"/>
          </a:bodyPr>
          <a:lstStyle/>
          <a:p>
            <a:r>
              <a:rPr lang="en-US" dirty="0" smtClean="0"/>
              <a:t>Name: Amandeep Pal</a:t>
            </a:r>
            <a:br>
              <a:rPr lang="en-US" dirty="0" smtClean="0"/>
            </a:br>
            <a:r>
              <a:rPr lang="en-US" dirty="0" smtClean="0"/>
              <a:t>Course: </a:t>
            </a:r>
            <a:r>
              <a:rPr lang="en-US" dirty="0" err="1" smtClean="0"/>
              <a:t>B.Tech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College Name: ABES ENGINEERING COLLEGE</a:t>
            </a:r>
            <a:br>
              <a:rPr lang="en-US" dirty="0" smtClean="0"/>
            </a:br>
            <a:r>
              <a:rPr lang="en-US" dirty="0" smtClean="0"/>
              <a:t>University </a:t>
            </a:r>
            <a:r>
              <a:rPr lang="en-US" dirty="0" err="1" smtClean="0"/>
              <a:t>Name:</a:t>
            </a:r>
            <a:r>
              <a:rPr lang="en-US" dirty="0" err="1"/>
              <a:t>APJ</a:t>
            </a:r>
            <a:r>
              <a:rPr lang="en-US" dirty="0"/>
              <a:t> Abdul </a:t>
            </a:r>
            <a:r>
              <a:rPr lang="en-US" dirty="0" err="1"/>
              <a:t>Kalam</a:t>
            </a:r>
            <a:r>
              <a:rPr lang="en-US" dirty="0"/>
              <a:t> Technological </a:t>
            </a:r>
            <a:r>
              <a:rPr lang="en-US" dirty="0" smtClean="0"/>
              <a:t>University</a:t>
            </a:r>
            <a:br>
              <a:rPr lang="en-US" dirty="0" smtClean="0"/>
            </a:br>
            <a:endParaRPr lang="en-US" dirty="0" smtClean="0"/>
          </a:p>
          <a:p>
            <a:r>
              <a:rPr lang="en-US" b="1" u="sng" dirty="0" smtClean="0"/>
              <a:t>Educational Background:</a:t>
            </a:r>
            <a:br>
              <a:rPr lang="en-US" b="1" u="sng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err="1" smtClean="0"/>
              <a:t>stream:CSE</a:t>
            </a:r>
            <a:r>
              <a:rPr lang="en-US" dirty="0" smtClean="0"/>
              <a:t>(AL-ML)</a:t>
            </a:r>
            <a:br>
              <a:rPr lang="en-US" dirty="0" smtClean="0"/>
            </a:br>
            <a:r>
              <a:rPr lang="en-US" dirty="0" smtClean="0"/>
              <a:t>YEAR: 3</a:t>
            </a:r>
            <a:r>
              <a:rPr lang="en-US" baseline="30000" dirty="0" smtClean="0"/>
              <a:t>rd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1" u="sng" dirty="0" smtClean="0"/>
              <a:t>Technical Skills:</a:t>
            </a:r>
          </a:p>
          <a:p>
            <a:r>
              <a:rPr lang="en-US" b="1" dirty="0" smtClean="0"/>
              <a:t>Core Computer Science Subjects: </a:t>
            </a:r>
            <a:r>
              <a:rPr lang="en-US" dirty="0" smtClean="0"/>
              <a:t>C, OOP with Java , Operating System , DBMS</a:t>
            </a:r>
            <a:br>
              <a:rPr lang="en-US" dirty="0" smtClean="0"/>
            </a:br>
            <a:r>
              <a:rPr lang="en-US" b="1" dirty="0" smtClean="0"/>
              <a:t> Web Development: </a:t>
            </a:r>
            <a:r>
              <a:rPr lang="en-US" dirty="0" smtClean="0"/>
              <a:t>HTML, CSS, JavaScript, Bootstrap, React, Tailwind CSS, Node.js, Express.js, MongoDB </a:t>
            </a:r>
            <a:br>
              <a:rPr lang="en-US" dirty="0" smtClean="0"/>
            </a:br>
            <a:r>
              <a:rPr lang="en-US" b="1" dirty="0" smtClean="0"/>
              <a:t>Tools &amp; Platforms: </a:t>
            </a:r>
            <a:r>
              <a:rPr lang="en-US" dirty="0" smtClean="0"/>
              <a:t>Postman, </a:t>
            </a:r>
            <a:r>
              <a:rPr lang="en-US" dirty="0" err="1" smtClean="0"/>
              <a:t>Git</a:t>
            </a:r>
            <a:r>
              <a:rPr lang="en-US" dirty="0" smtClean="0"/>
              <a:t>/GitHub Programming Languages: Python, Java, C, JavaScript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u="sng" dirty="0" smtClean="0"/>
              <a:t>Projects:</a:t>
            </a:r>
            <a:br>
              <a:rPr lang="en-US" b="1" u="sng" dirty="0" smtClean="0"/>
            </a:br>
            <a:r>
              <a:rPr lang="en-US" b="1" u="sng" dirty="0" smtClean="0"/>
              <a:t/>
            </a:r>
            <a:br>
              <a:rPr lang="en-US" b="1" u="sng" dirty="0" smtClean="0"/>
            </a:br>
            <a:r>
              <a:rPr lang="en-US" b="1" dirty="0" err="1" smtClean="0"/>
              <a:t>InterviewX</a:t>
            </a:r>
            <a:r>
              <a:rPr lang="en-US" b="1" dirty="0" smtClean="0"/>
              <a:t> Code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Developed an interview prep bot, leveraging AI to provide personalized feedback, score analysis, and mock interviews tailored to tech stack.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b="1" u="sng" dirty="0" smtClean="0"/>
              <a:t>Certifications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AWS Academy Cloud Foundation Course Certificate AWS Academy Graduate - AWS Academy Cloud Foundations 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89862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</TotalTime>
  <Words>6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About Me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Me</dc:title>
  <dc:creator>Amandeep Pal</dc:creator>
  <cp:lastModifiedBy>Amandeep Pal</cp:lastModifiedBy>
  <cp:revision>4</cp:revision>
  <dcterms:created xsi:type="dcterms:W3CDTF">2025-09-17T07:53:14Z</dcterms:created>
  <dcterms:modified xsi:type="dcterms:W3CDTF">2025-09-17T14:02:57Z</dcterms:modified>
</cp:coreProperties>
</file>